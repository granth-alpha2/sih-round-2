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58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B0604020202020204" pitchFamily="34" charset="0"/>
                <a:cs typeface="Calibri" panose="020B0604020202020204" pitchFamily="34" charset="0"/>
              </a:rPr>
              <a:t>Problem Statement ID –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SIH26197</a:t>
            </a:r>
          </a:p>
          <a:p>
            <a:pPr marL="285750" indent="-285750" algn="just">
              <a:lnSpc>
                <a:spcPct val="130000"/>
              </a:lnSpc>
              <a:buFont typeface="Calibri" panose="020B0604020202020204" pitchFamily="34" charset="0"/>
              <a:buChar char="•"/>
            </a:pPr>
            <a:r>
              <a:rPr lang="en-US" sz="1600" b="1" dirty="0">
                <a:latin typeface="Calibri" panose="020B0604020202020204" pitchFamily="34" charset="0"/>
                <a:cs typeface="Calibri" panose="020B0604020202020204" pitchFamily="34" charset="0"/>
              </a:rPr>
              <a:t>Problem Statement Title- AI-Based Platform for Smart Crop Selection and Farm Profit Optimization for Farmers</a:t>
            </a:r>
          </a:p>
          <a:p>
            <a:pPr marL="285750" indent="-285750" algn="just">
              <a:lnSpc>
                <a:spcPct val="130000"/>
              </a:lnSpc>
              <a:buFont typeface="Calibri" panose="020B0604020202020204" pitchFamily="34" charset="0"/>
              <a:buChar char="•"/>
            </a:pPr>
            <a:r>
              <a:rPr lang="en-US" sz="1600" b="1" dirty="0">
                <a:latin typeface="Calibri" panose="020B0604020202020204" pitchFamily="34" charset="0"/>
                <a:cs typeface="Calibri" panose="020B0604020202020204" pitchFamily="34" charset="0"/>
              </a:rPr>
              <a:t>Theme- SIH </a:t>
            </a:r>
          </a:p>
          <a:p>
            <a:pPr marL="285750" indent="-285750" algn="just">
              <a:lnSpc>
                <a:spcPct val="130000"/>
              </a:lnSpc>
              <a:buFont typeface="Calibri" panose="020B0604020202020204" pitchFamily="34" charset="0"/>
              <a:buChar char="•"/>
            </a:pPr>
            <a:r>
              <a:rPr lang="en-US" sz="1600" b="1" dirty="0">
                <a:latin typeface="Calibri" panose="020B0604020202020204" pitchFamily="34" charset="0"/>
                <a:cs typeface="Calibri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buFont typeface="Calibri" panose="020B0604020202020204" pitchFamily="34" charset="0"/>
              <a:buChar char="•"/>
            </a:pPr>
            <a:r>
              <a:rPr lang="en-US" sz="1600" b="1" dirty="0">
                <a:latin typeface="Calibri" panose="020B0604020202020204" pitchFamily="34" charset="0"/>
                <a:cs typeface="Calibri" panose="020B0604020202020204" pitchFamily="34" charset="0"/>
              </a:rPr>
              <a:t>Team ID- [Add your Team ID]</a:t>
            </a:r>
          </a:p>
          <a:p>
            <a:pPr marL="285750" indent="-285750" algn="just">
              <a:lnSpc>
                <a:spcPct val="130000"/>
              </a:lnSpc>
              <a:buFont typeface="Calibri" panose="020B0604020202020204" pitchFamily="34" charset="0"/>
              <a:buChar char="•"/>
            </a:pPr>
            <a:r>
              <a:rPr lang="en-US" sz="1600" b="1" dirty="0">
                <a:latin typeface="Calibri" panose="020B0604020202020204" pitchFamily="34" charset="0"/>
                <a:cs typeface="Calibri" panose="020B0604020202020204" pitchFamily="34" charset="0"/>
              </a:rPr>
              <a:t>Team Name- HARVESTIQ</a:t>
            </a:r>
            <a:endParaRPr lang="en-IN" sz="1600" b="1" dirty="0">
              <a:latin typeface="Calibri" panose="020B0604020202020204" pitchFamily="34" charset="0"/>
              <a:cs typeface="Calibri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00000" y="0"/>
            <a:ext cx="7900000" cy="1143000"/>
          </a:xfrm>
        </p:spPr>
        <p:txBody>
          <a:bodyPr/>
          <a:lstStyle/>
          <a:p>
            <a:pPr eaLnBrk="1" hangingPunct="1"/>
            <a:b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AgriProfit – AI-Powered Smart Crop &amp; Farm Profit Optimization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3354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Proposed Solution</a:t>
            </a:r>
            <a:endParaRPr lang="en-US" sz="2000" u="sng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buFont typeface="Calibri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algn="just">
              <a:buFont typeface="Calibri" panose="020B0604020202020204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Detailed explanation: AgriProfit is a mobile-first decision-support platform that tells a farmer what to grow, where, when, and how – combining PostGIS farm mapping, live agro-meteorology, APMC mandi trends, and MSP benchmarks into one AI-driven crop and profit plan</a:t>
            </a:r>
          </a:p>
          <a:p>
            <a:pPr marL="342900" indent="-342900" algn="just">
              <a:buFont typeface="Calibri" panose="020B0604020202020204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How it addresses the problem: farmers today plan crops on incomplete, delayed or informal information (last season's price, a neighbour's choice), causing price crashes from over-planting and missed higher-value alternatives – AgriProfit replaces guesswork with a data-backed, explainable plan</a:t>
            </a:r>
          </a:p>
          <a:p>
            <a:pPr marL="342900" indent="-342900" algn="just">
              <a:buFont typeface="Calibri" panose="020B0604020202020204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Innovation: a transparent, deterministic 4-factor scoring engine generates a diversified 4-part crop portfolio (high-profit, low-risk hedge, fast-cash, climate-resilient), backed by ML yield/price models and a multimodal AI agronomist for leaf-disease diagnosis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SIH26197</a:t>
            </a: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HARVESTIQ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Calibri" panose="020B0604020202020204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Technologies: Next.js 16 + React 19 + TypeScript frontend; Python 3.11 FastAPI ML microservice; PostgreSQL + PostGIS for spatial data; Google Maps JavaScript API; Open-Meteo agro-meteorology API; OpenRouter / Gemini / OpenAI multimodal LLMs; Docker Compose + Nginx + Redis for production deployment</a:t>
            </a:r>
          </a:p>
          <a:p>
            <a:pPr marL="342900" indent="-342900" algn="just">
              <a:buFont typeface="Calibri" panose="020B0604020202020204" pitchFamily="34" charset="0"/>
              <a:buChar char="•"/>
            </a:pPr>
            <a:r>
              <a:rPr lang="en-US" dirty="0">
                <a:latin typeface="Calibri" pitchFamily="34" charset="0"/>
                <a:cs typeface="Calibri" pitchFamily="34" charset="0"/>
              </a:rPr>
              <a:t>Methodology (8-step farmer workflow): OTP login → map farm boundary on Google Maps → set risk/irrigation/budget preferences → AI generates ranked 4-part crop portfolio → interactive profit/ROI simulation → stage-by-stage crop lifecycle calendar → smart irrigation/pest/market alerts → multimodal AI agronomist chat for crop-disease diagnosis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SIH26197</a:t>
            </a: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HARVESTIQ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32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Feasibility: built on a proven, well-supported stack (Next.js, FastAPI, PostgreSQL/PostGIS); ML models already trained and validated on real ICAR, Agmarknet and IMD data – yield model R² 0.96 (MAE 683 kg/ha), mandi price model R² 0.97 (MAPE 3.79%)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Challenges and risks: government mandi/MSP data depends on official reporting cadence; rural network connectivity and smartphone access vary; third-party API costs/rate limits (Maps, LLM); farmer trust and adoption of a new digital tool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Strategies: SMS-OTP fallback (2Factor/Fast2SMS) for low-connectivity login; cached, offline-tolerant weather and market data; phased rollout with KVKs, FPOs and extension officers for training and trust-building; admin telemetry dashboard to monitor data-quality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SIH26197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HARVESTIQ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Impact: directly benefits smallholder and commercial farmers across Kharif/Rabi cycles; scalable to FPOs, cooperative societies, extension officers and state agriculture departments managing clusters of farms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Benefits – Social: reduces farmer distress from price crashes and crop failure via clear guidance. Economic: higher expected profit and ROI, MSP floor protection, access to export-demand signals. Environmental: climate-resilient, diversified crop selection cuts water/resource waste and improves soil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SIH26197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HARVESTIQ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200000"/>
            <a:ext cx="93853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B0604020202020204" pitchFamily="34" charset="0"/>
              <a:buChar char="•"/>
              <a:tabLst/>
              <a:defRPr/>
            </a:pPr>
            <a:r>
              <a:rPr lang="en-US" noProof="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Open-Meteo API – live weather &amp; seasonal agro-climatic norms (open-meteo.com)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B0604020202020204" pitchFamily="34" charset="0"/>
              <a:buChar char="•"/>
              <a:tabLst/>
              <a:defRPr/>
            </a:pPr>
            <a:r>
              <a:rPr lang="en-US" noProof="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Agmarknet / e-NAM – APMC mandi price time-series (agmarknet.gov.in)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B0604020202020204" pitchFamily="34" charset="0"/>
              <a:buChar char="•"/>
              <a:tabLst/>
              <a:defRPr/>
            </a:pPr>
            <a:r>
              <a:rPr lang="en-US" noProof="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data.gov.in – DA&amp;FW / CACP Minimum Support Price (MSP) datasets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B0604020202020204" pitchFamily="34" charset="0"/>
              <a:buChar char="•"/>
              <a:tabLst/>
              <a:defRPr/>
            </a:pPr>
            <a:r>
              <a:rPr lang="en-US" noProof="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FAOSTAT &amp; UN Comtrade – international trade and export-demand indices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B0604020202020204" pitchFamily="34" charset="0"/>
              <a:buChar char="•"/>
              <a:tabLst/>
              <a:defRPr/>
            </a:pPr>
            <a:r>
              <a:rPr lang="en-US" noProof="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ICAR crop lifecycle database &amp; Soil Health Card reference datasets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B0604020202020204" pitchFamily="34" charset="0"/>
              <a:buChar char="•"/>
              <a:tabLst/>
              <a:defRPr/>
            </a:pPr>
            <a:r>
              <a:rPr lang="en-US" noProof="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Google Maps Platform documentation – geospatial farm mapping API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SIH26197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HARVESTIQ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7492</TotalTime>
  <Words>623</Words>
  <Application>Microsoft Office PowerPoint</Application>
  <PresentationFormat>Widescreen</PresentationFormat>
  <Paragraphs>53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AgriProfit – AI-Powered Smart Crop &amp; Farm Profit Optimization Platform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riyasharma1802@outlook.com</cp:lastModifiedBy>
  <cp:revision>150</cp:revision>
  <dcterms:created xsi:type="dcterms:W3CDTF">2013-12-12T18:46:50Z</dcterms:created>
  <dcterms:modified xsi:type="dcterms:W3CDTF">2026-08-30T13:10:35Z</dcterms:modified>
  <cp:category/>
</cp:coreProperties>
</file>